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BBB"/>
    <a:srgbClr val="56ABC7"/>
    <a:srgbClr val="70B8CE"/>
    <a:srgbClr val="660000"/>
    <a:srgbClr val="AD0200"/>
    <a:srgbClr val="ED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397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61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449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87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53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02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19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77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821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26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29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DDB6D29-DAA7-494F-84AF-7385D1C926C6}" type="datetimeFigureOut">
              <a:rPr lang="zh-TW" altLang="en-US" smtClean="0"/>
              <a:t>2020/5/28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EB311585-6E42-4F66-BC9B-3E39773BA3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688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47C42-634D-4D85-8C96-1C84089FD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3600" dirty="0"/>
              <a:t>Game Platform Website</a:t>
            </a:r>
            <a:endParaRPr lang="zh-TW" altLang="en-US" sz="3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D03CDB-A351-4AD6-B281-23E48690D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TW" altLang="en-US" dirty="0"/>
              <a:t>資工二 </a:t>
            </a:r>
            <a:r>
              <a:rPr lang="en-US" altLang="zh-TW" dirty="0"/>
              <a:t>107590029</a:t>
            </a:r>
            <a:r>
              <a:rPr lang="zh-TW" altLang="en-US" dirty="0"/>
              <a:t> 王祺勳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03CA5B-DC6D-49CB-BEAF-91B1D53628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54"/>
          <a:stretch/>
        </p:blipFill>
        <p:spPr>
          <a:xfrm>
            <a:off x="2684838" y="3429000"/>
            <a:ext cx="169156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9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2CEE364-715A-4AEE-AA7A-B02873D303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32"/>
          <a:stretch/>
        </p:blipFill>
        <p:spPr>
          <a:xfrm>
            <a:off x="6293" y="0"/>
            <a:ext cx="5911428" cy="6875648"/>
          </a:xfrm>
          <a:prstGeom prst="rect">
            <a:avLst/>
          </a:prstGeo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75C3066-B663-4E25-BAFF-2A4C2B55B368}"/>
              </a:ext>
            </a:extLst>
          </p:cNvPr>
          <p:cNvCxnSpPr>
            <a:cxnSpLocks/>
          </p:cNvCxnSpPr>
          <p:nvPr/>
        </p:nvCxnSpPr>
        <p:spPr>
          <a:xfrm>
            <a:off x="5055079" y="147440"/>
            <a:ext cx="131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BC1964A-32D8-4609-86A7-081C144C09AD}"/>
              </a:ext>
            </a:extLst>
          </p:cNvPr>
          <p:cNvCxnSpPr>
            <a:cxnSpLocks/>
          </p:cNvCxnSpPr>
          <p:nvPr/>
        </p:nvCxnSpPr>
        <p:spPr>
          <a:xfrm>
            <a:off x="3407435" y="1733910"/>
            <a:ext cx="31400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FEA6112-F376-4146-A1B1-395B5C6F2D00}"/>
              </a:ext>
            </a:extLst>
          </p:cNvPr>
          <p:cNvSpPr txBox="1"/>
          <p:nvPr/>
        </p:nvSpPr>
        <p:spPr>
          <a:xfrm>
            <a:off x="6457370" y="-372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主導覽列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0552ECF-02EB-4059-84A9-6258FB586594}"/>
              </a:ext>
            </a:extLst>
          </p:cNvPr>
          <p:cNvSpPr txBox="1"/>
          <p:nvPr/>
        </p:nvSpPr>
        <p:spPr>
          <a:xfrm>
            <a:off x="6665119" y="15492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遊戲幻燈片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4EA5DF8E-867A-4297-88D4-05E057D62ADB}"/>
              </a:ext>
            </a:extLst>
          </p:cNvPr>
          <p:cNvSpPr/>
          <p:nvPr/>
        </p:nvSpPr>
        <p:spPr>
          <a:xfrm>
            <a:off x="133709" y="22369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E396AFA5-F2B9-42A5-95B1-0F72518AF426}"/>
              </a:ext>
            </a:extLst>
          </p:cNvPr>
          <p:cNvSpPr/>
          <p:nvPr/>
        </p:nvSpPr>
        <p:spPr>
          <a:xfrm>
            <a:off x="133709" y="2480947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92046E77-B946-47D6-9DE5-48E47D060070}"/>
              </a:ext>
            </a:extLst>
          </p:cNvPr>
          <p:cNvSpPr/>
          <p:nvPr/>
        </p:nvSpPr>
        <p:spPr>
          <a:xfrm>
            <a:off x="133709" y="4856577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33B387A-239F-4835-989D-02D96D3B0C35}"/>
              </a:ext>
            </a:extLst>
          </p:cNvPr>
          <p:cNvSpPr/>
          <p:nvPr/>
        </p:nvSpPr>
        <p:spPr>
          <a:xfrm>
            <a:off x="6705231" y="4414209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713148B2-CCC6-4740-A7C2-622ABEFB1025}"/>
              </a:ext>
            </a:extLst>
          </p:cNvPr>
          <p:cNvSpPr/>
          <p:nvPr/>
        </p:nvSpPr>
        <p:spPr>
          <a:xfrm>
            <a:off x="6705231" y="4869648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FBF000CE-51DC-4439-A0C1-4D0F03F21DE2}"/>
              </a:ext>
            </a:extLst>
          </p:cNvPr>
          <p:cNvSpPr/>
          <p:nvPr/>
        </p:nvSpPr>
        <p:spPr>
          <a:xfrm>
            <a:off x="6705231" y="5325086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F81B0A-D2DA-4D95-A460-D5504144C79E}"/>
              </a:ext>
            </a:extLst>
          </p:cNvPr>
          <p:cNvSpPr txBox="1"/>
          <p:nvPr/>
        </p:nvSpPr>
        <p:spPr>
          <a:xfrm>
            <a:off x="6972649" y="43295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品牌</a:t>
            </a:r>
            <a:r>
              <a:rPr lang="en-US" altLang="zh-TW" dirty="0"/>
              <a:t>LOGO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4F24330-C454-4588-956E-124618D17632}"/>
              </a:ext>
            </a:extLst>
          </p:cNvPr>
          <p:cNvSpPr txBox="1"/>
          <p:nvPr/>
        </p:nvSpPr>
        <p:spPr>
          <a:xfrm>
            <a:off x="6972649" y="478500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新上架遊戲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54176E1-4F57-4153-A955-EA7AD0DAECF2}"/>
              </a:ext>
            </a:extLst>
          </p:cNvPr>
          <p:cNvSpPr txBox="1"/>
          <p:nvPr/>
        </p:nvSpPr>
        <p:spPr>
          <a:xfrm>
            <a:off x="6972649" y="52404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限時免費遊戲</a:t>
            </a:r>
          </a:p>
        </p:txBody>
      </p:sp>
    </p:spTree>
    <p:extLst>
      <p:ext uri="{BB962C8B-B14F-4D97-AF65-F5344CB8AC3E}">
        <p14:creationId xmlns:p14="http://schemas.microsoft.com/office/powerpoint/2010/main" val="325321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F3F49B56-7E2F-4523-964F-2CBDE0440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04"/>
          <a:stretch/>
        </p:blipFill>
        <p:spPr>
          <a:xfrm>
            <a:off x="6213" y="8782"/>
            <a:ext cx="5911508" cy="6813431"/>
          </a:xfr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75C3066-B663-4E25-BAFF-2A4C2B55B368}"/>
              </a:ext>
            </a:extLst>
          </p:cNvPr>
          <p:cNvCxnSpPr>
            <a:cxnSpLocks/>
          </p:cNvCxnSpPr>
          <p:nvPr/>
        </p:nvCxnSpPr>
        <p:spPr>
          <a:xfrm>
            <a:off x="6254151" y="552091"/>
            <a:ext cx="131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BC1964A-32D8-4609-86A7-081C144C09AD}"/>
              </a:ext>
            </a:extLst>
          </p:cNvPr>
          <p:cNvCxnSpPr>
            <a:cxnSpLocks/>
          </p:cNvCxnSpPr>
          <p:nvPr/>
        </p:nvCxnSpPr>
        <p:spPr>
          <a:xfrm>
            <a:off x="4425351" y="3131389"/>
            <a:ext cx="31400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62AB36D-43DC-4302-B51C-F36B84EDF59D}"/>
              </a:ext>
            </a:extLst>
          </p:cNvPr>
          <p:cNvCxnSpPr>
            <a:cxnSpLocks/>
          </p:cNvCxnSpPr>
          <p:nvPr/>
        </p:nvCxnSpPr>
        <p:spPr>
          <a:xfrm>
            <a:off x="4891177" y="6349042"/>
            <a:ext cx="26741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FEA6112-F376-4146-A1B1-395B5C6F2D00}"/>
              </a:ext>
            </a:extLst>
          </p:cNvPr>
          <p:cNvSpPr txBox="1"/>
          <p:nvPr/>
        </p:nvSpPr>
        <p:spPr>
          <a:xfrm>
            <a:off x="7655031" y="36742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主打新遊戲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0552ECF-02EB-4059-84A9-6258FB586594}"/>
              </a:ext>
            </a:extLst>
          </p:cNvPr>
          <p:cNvSpPr txBox="1"/>
          <p:nvPr/>
        </p:nvSpPr>
        <p:spPr>
          <a:xfrm>
            <a:off x="7565366" y="294672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即將上架遊戲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33B387A-239F-4835-989D-02D96D3B0C35}"/>
              </a:ext>
            </a:extLst>
          </p:cNvPr>
          <p:cNvSpPr/>
          <p:nvPr/>
        </p:nvSpPr>
        <p:spPr>
          <a:xfrm>
            <a:off x="8057027" y="4897289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F81B0A-D2DA-4D95-A460-D5504144C79E}"/>
              </a:ext>
            </a:extLst>
          </p:cNvPr>
          <p:cNvSpPr txBox="1"/>
          <p:nvPr/>
        </p:nvSpPr>
        <p:spPr>
          <a:xfrm>
            <a:off x="8324445" y="48126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社群平台連結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34EADD8-2813-4457-9796-8216FA0FE711}"/>
              </a:ext>
            </a:extLst>
          </p:cNvPr>
          <p:cNvSpPr txBox="1"/>
          <p:nvPr/>
        </p:nvSpPr>
        <p:spPr>
          <a:xfrm>
            <a:off x="7565366" y="61212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聯絡資訊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11685D25-078A-4142-B262-09D90AC36144}"/>
              </a:ext>
            </a:extLst>
          </p:cNvPr>
          <p:cNvSpPr/>
          <p:nvPr/>
        </p:nvSpPr>
        <p:spPr>
          <a:xfrm>
            <a:off x="0" y="5808814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828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>
            <a:extLst>
              <a:ext uri="{FF2B5EF4-FFF2-40B4-BE49-F238E27FC236}">
                <a16:creationId xmlns:a16="http://schemas.microsoft.com/office/drawing/2014/main" id="{296CE6EE-C720-477B-BE3D-017189BA2423}"/>
              </a:ext>
            </a:extLst>
          </p:cNvPr>
          <p:cNvSpPr/>
          <p:nvPr/>
        </p:nvSpPr>
        <p:spPr>
          <a:xfrm>
            <a:off x="7305136" y="386211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FB7E6E-6F9C-4768-99F8-9E5FF270A109}"/>
              </a:ext>
            </a:extLst>
          </p:cNvPr>
          <p:cNvSpPr txBox="1"/>
          <p:nvPr/>
        </p:nvSpPr>
        <p:spPr>
          <a:xfrm>
            <a:off x="7572554" y="326616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黑色  </a:t>
            </a:r>
            <a:r>
              <a:rPr lang="en-US" altLang="zh-TW" dirty="0"/>
              <a:t>R:0, G:0, B:0</a:t>
            </a:r>
            <a:endParaRPr lang="zh-TW" alt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73D41C9-052E-4A87-9E5A-1935F6ECC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177" y="763399"/>
            <a:ext cx="42022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黑色具有穩定、專業的意涵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黑色象徵此遊戲平台能給您穩定又專業的遊戲體驗 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ECAF9C0-8AB9-42D4-9F0E-A80A52D897EA}"/>
              </a:ext>
            </a:extLst>
          </p:cNvPr>
          <p:cNvSpPr txBox="1"/>
          <p:nvPr/>
        </p:nvSpPr>
        <p:spPr>
          <a:xfrm>
            <a:off x="9470509" y="244802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Hover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A3A4B5C-7C55-4E82-9A27-7F6311117D08}"/>
              </a:ext>
            </a:extLst>
          </p:cNvPr>
          <p:cNvSpPr txBox="1"/>
          <p:nvPr/>
        </p:nvSpPr>
        <p:spPr>
          <a:xfrm>
            <a:off x="9470509" y="3006565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Normal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44C7126-874F-4E27-9792-8380932CF406}"/>
              </a:ext>
            </a:extLst>
          </p:cNvPr>
          <p:cNvSpPr txBox="1"/>
          <p:nvPr/>
        </p:nvSpPr>
        <p:spPr>
          <a:xfrm>
            <a:off x="9485314" y="3565107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Pressed</a:t>
            </a:r>
            <a:endParaRPr lang="zh-TW" altLang="en-US" dirty="0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2F8F091C-820D-4FE6-851D-5D9EE1E53B68}"/>
              </a:ext>
            </a:extLst>
          </p:cNvPr>
          <p:cNvSpPr/>
          <p:nvPr/>
        </p:nvSpPr>
        <p:spPr>
          <a:xfrm>
            <a:off x="7305136" y="1850694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D3DB8D13-BED3-4BE1-B34B-CDC3F3F3643A}"/>
              </a:ext>
            </a:extLst>
          </p:cNvPr>
          <p:cNvSpPr txBox="1"/>
          <p:nvPr/>
        </p:nvSpPr>
        <p:spPr>
          <a:xfrm>
            <a:off x="7568063" y="17900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j-lt"/>
              </a:rPr>
              <a:t>視覺回饋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94BE3422-B548-4368-900C-CCC0E92D4565}"/>
              </a:ext>
            </a:extLst>
          </p:cNvPr>
          <p:cNvSpPr/>
          <p:nvPr/>
        </p:nvSpPr>
        <p:spPr>
          <a:xfrm>
            <a:off x="7369588" y="4596896"/>
            <a:ext cx="267418" cy="25014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1F3949B-8E44-4195-8F5B-F8231661CBE7}"/>
              </a:ext>
            </a:extLst>
          </p:cNvPr>
          <p:cNvSpPr txBox="1"/>
          <p:nvPr/>
        </p:nvSpPr>
        <p:spPr>
          <a:xfrm>
            <a:off x="7699774" y="45373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j-lt"/>
              </a:rPr>
              <a:t>LOGO</a:t>
            </a:r>
            <a:endParaRPr lang="zh-TW" altLang="en-US" dirty="0">
              <a:latin typeface="+mj-lt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2C1800BC-6C33-45FF-B1CA-24354ACAF7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054"/>
          <a:stretch/>
        </p:blipFill>
        <p:spPr>
          <a:xfrm>
            <a:off x="7128729" y="4956966"/>
            <a:ext cx="805364" cy="653028"/>
          </a:xfrm>
          <a:prstGeom prst="rect">
            <a:avLst/>
          </a:prstGeom>
        </p:spPr>
      </p:pic>
      <p:sp>
        <p:nvSpPr>
          <p:cNvPr id="37" name="Rectangle 4">
            <a:extLst>
              <a:ext uri="{FF2B5EF4-FFF2-40B4-BE49-F238E27FC236}">
                <a16:creationId xmlns:a16="http://schemas.microsoft.com/office/drawing/2014/main" id="{6DA39A99-9C67-40F6-B3C3-3AF0CEC59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4093" y="5055741"/>
            <a:ext cx="34011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藍色</a:t>
            </a:r>
            <a:r>
              <a:rPr lang="zh-TW" altLang="en-US" sz="1400" dirty="0"/>
              <a:t>具有廣大、柔和的意涵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眼睛代表有許多玩家正在關注並鞭策我們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F251C44-5255-4F3D-BC37-5E405385A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608" y="0"/>
            <a:ext cx="2667139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029CE8B-C5E3-4685-9381-6EF8D08091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8"/>
          <a:stretch/>
        </p:blipFill>
        <p:spPr>
          <a:xfrm>
            <a:off x="8161153" y="2934334"/>
            <a:ext cx="1324160" cy="57158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2B11CE2-C029-4CEF-920E-1272ADDF66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153" y="2362754"/>
            <a:ext cx="1324160" cy="57158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DFF8114-BB6C-4DC3-ADBE-7E3B9B41306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6" r="11074" b="17461"/>
          <a:stretch/>
        </p:blipFill>
        <p:spPr>
          <a:xfrm>
            <a:off x="8161153" y="3505914"/>
            <a:ext cx="1324160" cy="487502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0A27EDB0-176E-4AC5-89EA-02CF7B59145E}"/>
              </a:ext>
            </a:extLst>
          </p:cNvPr>
          <p:cNvSpPr/>
          <p:nvPr/>
        </p:nvSpPr>
        <p:spPr>
          <a:xfrm>
            <a:off x="7458973" y="2410974"/>
            <a:ext cx="457200" cy="443430"/>
          </a:xfrm>
          <a:prstGeom prst="rect">
            <a:avLst/>
          </a:prstGeom>
          <a:solidFill>
            <a:srgbClr val="70B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9B8D91-3D74-4EF2-906F-534C4EF2FB9E}"/>
              </a:ext>
            </a:extLst>
          </p:cNvPr>
          <p:cNvSpPr/>
          <p:nvPr/>
        </p:nvSpPr>
        <p:spPr>
          <a:xfrm>
            <a:off x="7458973" y="2947116"/>
            <a:ext cx="457200" cy="443430"/>
          </a:xfrm>
          <a:prstGeom prst="rect">
            <a:avLst/>
          </a:prstGeom>
          <a:solidFill>
            <a:srgbClr val="56AB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E248E6-19B8-461F-98D6-297964E7852D}"/>
              </a:ext>
            </a:extLst>
          </p:cNvPr>
          <p:cNvSpPr/>
          <p:nvPr/>
        </p:nvSpPr>
        <p:spPr>
          <a:xfrm>
            <a:off x="7458973" y="3503935"/>
            <a:ext cx="457200" cy="443430"/>
          </a:xfrm>
          <a:prstGeom prst="rect">
            <a:avLst/>
          </a:prstGeom>
          <a:solidFill>
            <a:srgbClr val="309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60664"/>
      </p:ext>
    </p:extLst>
  </p:cSld>
  <p:clrMapOvr>
    <a:masterClrMapping/>
  </p:clrMapOvr>
</p:sld>
</file>

<file path=ppt/theme/theme1.xml><?xml version="1.0" encoding="utf-8"?>
<a:theme xmlns:a="http://schemas.openxmlformats.org/drawingml/2006/main" name="視圖">
  <a:themeElements>
    <a:clrScheme name="視圖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視圖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視圖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TM03457515[[fn=檢視]]</Template>
  <TotalTime>80</TotalTime>
  <Words>106</Words>
  <Application>Microsoft Office PowerPoint</Application>
  <PresentationFormat>寬螢幕</PresentationFormat>
  <Paragraphs>32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視圖</vt:lpstr>
      <vt:lpstr>Game Platform Website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Platform Web Design</dc:title>
  <dc:creator>Chi Hsun Wang</dc:creator>
  <cp:lastModifiedBy>Chi Hsun Wang</cp:lastModifiedBy>
  <cp:revision>13</cp:revision>
  <dcterms:created xsi:type="dcterms:W3CDTF">2020-04-21T13:29:20Z</dcterms:created>
  <dcterms:modified xsi:type="dcterms:W3CDTF">2020-05-28T01:55:59Z</dcterms:modified>
</cp:coreProperties>
</file>